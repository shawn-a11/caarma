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64592" cy="24688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PingFang SC"/>
              </a:rPr>
              <a:t>HuBERT 如何充当</a:t>
            </a:r>
          </a:p>
          <a:p>
            <a:r>
              <a:rPr sz="4400" b="1" i="0">
                <a:solidFill>
                  <a:srgbClr val="FFFFFF"/>
                </a:solidFill>
                <a:latin typeface="PingFang SC"/>
              </a:rPr>
              <a:t>CAARMA 判别器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0" i="1">
                <a:solidFill>
                  <a:srgbClr val="E76F51"/>
                </a:solidFill>
                <a:latin typeface="PingFang SC"/>
              </a:rPr>
              <a:t>架构、训练机制与梯度流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PingFang SC"/>
              </a:rPr>
              <a:t>CAARMA 复现与扩展研究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PingFang SC"/>
              </a:rPr>
              <a:t>关于判别器的五个问题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B7280"/>
                </a:solidFill>
                <a:latin typeface="PingFang SC"/>
              </a:rPr>
              <a:t>预训练 SSL 骨干网络如何在 CAARMA 中充当对抗判别器。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 i="0">
                <a:solidFill>
                  <a:srgbClr val="212121"/>
                </a:solidFill>
                <a:latin typeface="PingFang SC"/>
              </a:rPr>
              <a:t>输入类型矛盾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1">
                <a:solidFill>
                  <a:srgbClr val="36454F"/>
                </a:solidFill>
                <a:latin typeface="PingFang SC"/>
              </a:rPr>
              <a:t>HuBERT 原本处理语音，但 CAARMA 输入的是 embedding。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 i="0">
                <a:solidFill>
                  <a:srgbClr val="212121"/>
                </a:solidFill>
                <a:latin typeface="PingFang SC"/>
              </a:rPr>
              <a:t>判别器架构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1">
                <a:solidFill>
                  <a:srgbClr val="36454F"/>
                </a:solidFill>
                <a:latin typeface="PingFang SC"/>
              </a:rPr>
              <a:t>这个网络由什么组成？HuBERT 具体位于哪里？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478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 i="0">
                <a:solidFill>
                  <a:srgbClr val="212121"/>
                </a:solidFill>
                <a:latin typeface="PingFang SC"/>
              </a:rPr>
              <a:t>训练机制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1">
                <a:solidFill>
                  <a:srgbClr val="36454F"/>
                </a:solidFill>
                <a:latin typeface="PingFang SC"/>
              </a:rPr>
              <a:t>当 D 是预训练 SSL 模型时，标准 GAN 交替训练如何执行？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622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 i="0">
                <a:solidFill>
                  <a:srgbClr val="212121"/>
                </a:solidFill>
                <a:latin typeface="PingFang SC"/>
              </a:rPr>
              <a:t>梯度反向传播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1">
                <a:solidFill>
                  <a:srgbClr val="36454F"/>
                </a:solidFill>
                <a:latin typeface="PingFang SC"/>
              </a:rPr>
              <a:t>HuBERT 如何把梯度传回编码器？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7667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578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 i="0">
                <a:solidFill>
                  <a:srgbClr val="212121"/>
                </a:solidFill>
                <a:latin typeface="PingFang SC"/>
              </a:rPr>
              <a:t>实证对抗动态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1">
                <a:solidFill>
                  <a:srgbClr val="36454F"/>
                </a:solidFill>
                <a:latin typeface="PingFang SC"/>
              </a:rPr>
              <a:t>8 次训练中 BCE 损失如何变化？数据说明了什么？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用标准 GAN 术语对齐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交替博弈相同，输入不同：D 的角色在概念上完全一致。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标准 GAN：G 从噪声生成样本，D 区分真实/伪造样本。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CAARMA：编码器 M 从语音产生 e，mixup 从样本对产生 e_syn。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两者中的 D 都是二分类器，推理阶段都会被丢弃。</a:t>
            </a:r>
          </a:p>
        </p:txBody>
      </p:sp>
      <p:pic>
        <p:nvPicPr>
          <p:cNvPr id="7" name="Picture 6" descr="fig_6_0_gan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573" y="1280160"/>
            <a:ext cx="689254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解决输入类型矛盾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HuBERT 为语音而设计，但 CAARMA 输入 embedding；关键机制如下。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标准 HuBERT 路径会先用卷积前端处理原始 波形；CAARMA 绕过这一步。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EnhancedAdapter 将 192 维 说话人 embedding 投影到 HuBERT 的 1024 维 隐藏状态 空间。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这里借用的是 24 层 Transformer 编码器 的预训练表征能力，而不是 HuBERT 的语音输入接口。</a:t>
            </a:r>
          </a:p>
        </p:txBody>
      </p:sp>
      <p:pic>
        <p:nvPicPr>
          <p:cNvPr id="7" name="Picture 6" descr="fig_6_1_input_contra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68" y="1280160"/>
            <a:ext cx="81409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HuBERT 在判别器中的位置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D 是一个围绕 24 层 Transformer 堆栈 构建的小型分类器。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D 总参数约 326M：315M HuBERT 骨干网络 + 约 11M 可训练头。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Adapter 位于输入 embedding 与 HuBERT 之间；随后池化第 7/9/11/12 层 隐藏状态。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我们的 DDP 设置中 HuBERT 被冻结（用于修复死锁）；源码仓库 中则可训练。</a:t>
            </a:r>
          </a:p>
        </p:txBody>
      </p:sp>
      <p:pic>
        <p:nvPicPr>
          <p:cNvPr id="7" name="Picture 6" descr="fig_6_2_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344" y="1280160"/>
            <a:ext cx="437100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D 如何训练：标准 GAN 交替流程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每个批次：先更新 D，再更新 M；二者不会在同一次反向传播 中同时更新。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Step 1（D）：编码器在 torch.no_grad() 内运行；只有 D 的参数接收梯度。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Step 2（M）：通过 toggle_optimizer 冻结 D；编码器与 AM-Softmax 的 W 接收梯度。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这就是标准 GAN 训练循环；区别只是 SSL 骨干网络 被放进了 D。</a:t>
            </a:r>
          </a:p>
        </p:txBody>
      </p:sp>
      <p:pic>
        <p:nvPicPr>
          <p:cNvPr id="7" name="Picture 6" descr="fig_6_3_train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823" y="1280160"/>
            <a:ext cx="675804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D 如何把梯度传回编码器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冻结不等于阻断；`requires_grad=False` 只是不更新参数。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L_G 的梯度会穿过 D 的每一层，包括被冻结的 HuBERT Transformer。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梯度到达 e 与 e_syn 后，会继续通过 mixup 回传（SLERP 可微）。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这就是冻结的预训练 backbone 仍能通过 D 训练 编码器的原因。</a:t>
            </a:r>
          </a:p>
        </p:txBody>
      </p:sp>
      <p:pic>
        <p:nvPicPr>
          <p:cNvPr id="7" name="Picture 6" descr="fig_6_4_gradi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8" y="1280160"/>
            <a:ext cx="55414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8 次训练中的对抗动态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BCE 损失的变化揭示了判别器的行为模式。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D 的输出稳定在 σ(real)≈0.65、σ(fake)≈0.35，明显强于 0.5 的随机基线。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d_loss 约维持在 0.85，而 g_loss 上升到 3–5，说明判别器持续占优。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真正开放的问题是该如何在总损失中加权这个信号，而不是 D 的容量是否足够。</a:t>
            </a:r>
          </a:p>
        </p:txBody>
      </p:sp>
      <p:pic>
        <p:nvPicPr>
          <p:cNvPr id="7" name="Picture 6" descr="fig_6_6_empirical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530" y="1280160"/>
            <a:ext cx="734663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212121"/>
                </a:solidFill>
                <a:latin typeface="PingFang SC"/>
              </a:rPr>
              <a:t>骨干网络替代：为什么尝试 WavLM，以及结果如何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PingFang SC"/>
              </a:rPr>
              <a:t>与 HuBERT 同为 24 层 Transformer 架构，但预训练目标不同。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WavLM（Chen et al. 2022）：masked prediction + 语句级混合 + denoising，设计上更面向 说话人任务。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实证结果：WavLM EER 3.71%，HuBERT 3.48%；在我们的设置中 WavLM 反而更差。</a:t>
            </a:r>
          </a:p>
          <a:p>
            <a:r>
              <a:rPr sz="1100" b="0" i="0">
                <a:solidFill>
                  <a:srgbClr val="36454F"/>
                </a:solidFill>
                <a:latin typeface="PingFang SC"/>
              </a:rPr>
              <a:t>•  原因：序列长度=1 使 自注意力 近似退化为恒等映射，抹掉了 WavLM 的序列级优势。</a:t>
            </a:r>
          </a:p>
        </p:txBody>
      </p:sp>
      <p:pic>
        <p:nvPicPr>
          <p:cNvPr id="7" name="Picture 6" descr="fig_6_5_wavlm_vs_hu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68" y="1280160"/>
            <a:ext cx="62189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0" i="1">
                <a:solidFill>
                  <a:srgbClr val="E76F51"/>
                </a:solidFill>
                <a:latin typeface="PingFang SC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PingFang SC"/>
              </a:rPr>
              <a:t>五个机制性回答，一个架构性发现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0195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Adapter 将 embedding 投影到 HuBERT 隐藏状态 空间；不使用卷积前端。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54203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D = adapter + 24 层 Transformer + 多层池化 + 分类头，总计约 326M 参数。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8211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标准 GAN 交替：每个批次 先 opt_D，再 opt_M。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221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冻结的 HuBERT 仍会向编码器传递梯度；被阻止的只是参数更新。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4622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D 有效（σ 0.65 vs 0.35）；判别确实发生，容量不是瓶颈。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r>
              <a:rPr sz="1200" b="1">
                <a:solidFill>
                  <a:srgbClr val="FFFFFF"/>
                </a:solidFill>
                <a:latin typeface="PingFang SC"/>
              </a:rPr>
              <a:t>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02352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PingFang SC"/>
              </a:rPr>
              <a:t>已尝试 WavLM，但弱于 HuBERT（3.71% vs 3.48%）；序列长度=1 抵消了其优势。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PingFang SC"/>
              </a:rPr>
              <a:t>开放问题：对抗信号在总损失中应该如何加权？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